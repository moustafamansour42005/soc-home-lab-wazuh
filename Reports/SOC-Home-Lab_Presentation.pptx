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12330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SOC Home Lab: Offensive &amp; Defensive Operations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33623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hands-on project documenting the design, implementation, and evaluation of a simulated Security Operations Center — executing controlled cyber-attacks against a monitored Windows endpoint using Wazuh SIEM.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758531"/>
            <a:ext cx="1809308" cy="287139"/>
          </a:xfrm>
          <a:prstGeom prst="roundRect">
            <a:avLst>
              <a:gd name="adj" fmla="val 22118"/>
            </a:avLst>
          </a:prstGeom>
          <a:solidFill>
            <a:srgbClr val="CCEDFF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815185"/>
            <a:ext cx="219208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LAB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7122" y="4758531"/>
            <a:ext cx="119853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C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50526" y="4815185"/>
            <a:ext cx="15813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2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WAZUH SIEM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30109" y="4758531"/>
            <a:ext cx="132265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C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3513" y="4815185"/>
            <a:ext cx="170542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2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MITRE ATT&amp;CK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969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Members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2687935"/>
            <a:ext cx="5339820" cy="700782"/>
          </a:xfrm>
          <a:prstGeom prst="roundRect">
            <a:avLst>
              <a:gd name="adj" fmla="val 11328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883297"/>
            <a:ext cx="4949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Abdelrhman Ahmed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6190301" y="2687935"/>
            <a:ext cx="5339919" cy="700782"/>
          </a:xfrm>
          <a:prstGeom prst="roundRect">
            <a:avLst>
              <a:gd name="adj" fmla="val 11328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85658" y="2883297"/>
            <a:ext cx="49492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Huda Ayman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1475" y="3577729"/>
            <a:ext cx="5339820" cy="700782"/>
          </a:xfrm>
          <a:prstGeom prst="roundRect">
            <a:avLst>
              <a:gd name="adj" fmla="val 11328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6832" y="3773091"/>
            <a:ext cx="4949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Nourhan Elsayed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190301" y="3577729"/>
            <a:ext cx="5339919" cy="700782"/>
          </a:xfrm>
          <a:prstGeom prst="roundRect">
            <a:avLst>
              <a:gd name="adj" fmla="val 11328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3773091"/>
            <a:ext cx="49492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Moustafa Abdelfatah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61475" y="4467523"/>
            <a:ext cx="5339820" cy="700782"/>
          </a:xfrm>
          <a:prstGeom prst="roundRect">
            <a:avLst>
              <a:gd name="adj" fmla="val 11328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4662884"/>
            <a:ext cx="4949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Ahmed Essam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190301" y="4467523"/>
            <a:ext cx="5339919" cy="700782"/>
          </a:xfrm>
          <a:prstGeom prst="roundRect">
            <a:avLst>
              <a:gd name="adj" fmla="val 11328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658" y="4662884"/>
            <a:ext cx="49492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Mahmoud Abdelfatah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65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Summary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611" y="1692970"/>
            <a:ext cx="5848997" cy="43757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721445"/>
            <a:ext cx="3504219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documents a hands-on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 home lab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simulating real-world offensive and defensive operations. The lab leverages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Kali Linux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instance to execute controlled cyber-attacks against a monitored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Windows endpoint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equipped with a Wazuh Agent and Sysmon.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4353421"/>
            <a:ext cx="3504219" cy="1644253"/>
          </a:xfrm>
          <a:prstGeom prst="roundRect">
            <a:avLst>
              <a:gd name="adj" fmla="val 4828"/>
            </a:avLst>
          </a:prstGeom>
          <a:solidFill>
            <a:srgbClr val="CCED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64016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6499" y="4570710"/>
            <a:ext cx="27009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environment validates custom detection rules, attack simulation, and incident triage workflows end-to-end.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64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 Architecture &amp; Network Topology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476" y="2229247"/>
            <a:ext cx="5544106" cy="302408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5900" y="1284784"/>
            <a:ext cx="3130571" cy="15006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2828" y="1445518"/>
            <a:ext cx="2732912" cy="47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Adversary — Kali Linux 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62C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192.168.78.132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642828" y="2029420"/>
            <a:ext cx="273291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Team node generating offensive traffic: port scans, brute-force attempts, payload execution.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5900" y="2891730"/>
            <a:ext cx="3130571" cy="15006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42828" y="3052465"/>
            <a:ext cx="2732912" cy="47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Target — Windows 10 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62C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192.168.78.139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8642828" y="3636367"/>
            <a:ext cx="273291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Victim endpoint monitored by Wazuh Agent, observing system state, network connections, and process executions.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5900" y="4498677"/>
            <a:ext cx="3130571" cy="16991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42828" y="4659412"/>
            <a:ext cx="2732912" cy="47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SIEM — Wazuh Server 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62C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192.168.78.140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642828" y="5243314"/>
            <a:ext cx="273291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brain ingesting encrypted telemetry, correlating logs against detection rules, surfacing actionable alerts.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34802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Wazuh SIEM Deployment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312366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Wazuh server uses an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all-in-one deployment architecture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tailored for lab environments. Three core components operate concurrently on the main node: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83767"/>
            <a:ext cx="378014" cy="378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413000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Wazuh Manager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61475" y="2733576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correlation engine receiving agent telemetry in real-time, parsing raw logs, and evaluating them against threat detection rules.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10843"/>
            <a:ext cx="378014" cy="378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940076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Wazuh Indexer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61475" y="4260652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scalable search and analytics engine that securely indexes and stores parsed security data for high-speed querying.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37919"/>
            <a:ext cx="378014" cy="378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5467152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Wazuh Dashboard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61475" y="5787727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Web-based UI for real-time data visualization, custom dashboard creation, and incident alert triage.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625"/>
            <a:ext cx="10868745" cy="589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 Rule: Brute-Force Detection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29359"/>
            <a:ext cx="521530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Rule 100005 — Composite Alert 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2C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(Level 12)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94397"/>
            <a:ext cx="5215303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base findings using temporal thresholds. Requires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failed logins within 60 seconds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same IP. Mapped to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MITRE T1110.001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(Password Guessing). Triggers Active Response mitigation.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4085332"/>
            <a:ext cx="5215303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Rule 100006 — Base Tripwire 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2C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(Level 3)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550370"/>
            <a:ext cx="521530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Windows failed logon attempts (Event ID 4625) for downstream correlation. Low severity prevents dashboard flooding from simple typos.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1267" y="1592560"/>
            <a:ext cx="4954464" cy="11262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267" y="2910681"/>
            <a:ext cx="4954464" cy="2766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1267" y="5868690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4616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 Rule: Nmap Reconnaissance Detection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20143"/>
            <a:ext cx="5888287" cy="2655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428927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87207" y="2208709"/>
            <a:ext cx="3549264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Rule 100010 — Network Scan Detection 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62C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(Level 12)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987207" y="2872284"/>
            <a:ext cx="3549264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Nmap scanning activity by monitoring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ID 5156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(Windows Filtering Platform allowed connections). Nmap generates massive spikes in 5156/5157 events across hundreds of ports.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4943078"/>
            <a:ext cx="3531901" cy="1180207"/>
          </a:xfrm>
          <a:prstGeom prst="roundRect">
            <a:avLst>
              <a:gd name="adj" fmla="val 571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3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156" y="5122763"/>
            <a:ext cx="3172539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Dependency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156" y="5468144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only if baseline rule 60103 (network connection events) is triggered.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9897" y="4943078"/>
            <a:ext cx="3531901" cy="1180207"/>
          </a:xfrm>
          <a:prstGeom prst="roundRect">
            <a:avLst>
              <a:gd name="adj" fmla="val 571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3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9578" y="5122763"/>
            <a:ext cx="3172539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MITRE T1046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509578" y="5468144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Service Discovery — adversarial service enumeration technique.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98319" y="4943078"/>
            <a:ext cx="3531901" cy="1180207"/>
          </a:xfrm>
          <a:prstGeom prst="roundRect">
            <a:avLst>
              <a:gd name="adj" fmla="val 571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3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78000" y="5122763"/>
            <a:ext cx="3172539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Group Tags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178000" y="5468144"/>
            <a:ext cx="31725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windows, network, reconnaissance, nmap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enables fast dashboard filtering.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687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Attack Simulation &amp; Threat Hunting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75111"/>
            <a:ext cx="5339820" cy="2905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7931" y="261689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3231059"/>
            <a:ext cx="491100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Simulation 1: SMB Brute-Force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75881" y="3654524"/>
            <a:ext cx="491100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brute-force attack executed from Kali Linux against the Windows 10 endpoint. High-frequency failure pattern triggers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100005 (Level 12)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validating detection of lateral movement and credential access (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MITRE T1110.001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475111"/>
            <a:ext cx="5339919" cy="29059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6757" y="261689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404708" y="3231059"/>
            <a:ext cx="4911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Simulation 2: Basic Nmap Scan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6404708" y="3654524"/>
            <a:ext cx="49111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reconnaissance conducted from Kali Linux against the target. High-volume, multi-port log generation triggers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100010 (Level 12)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flagging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MITRE T1046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(Network Service Discovery) violations.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5815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Brute-Force Detection Validation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321" y="1752501"/>
            <a:ext cx="4861895" cy="3925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2163" y="132308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942163" y="1528763"/>
            <a:ext cx="3594308" cy="19050"/>
          </a:xfrm>
          <a:prstGeom prst="rect">
            <a:avLst/>
          </a:prstGeom>
          <a:solidFill>
            <a:srgbClr val="62C9FF"/>
          </a:solidFill>
          <a:ln/>
        </p:spPr>
      </p:sp>
      <p:sp>
        <p:nvSpPr>
          <p:cNvPr id="6" name="Text 3"/>
          <p:cNvSpPr/>
          <p:nvPr/>
        </p:nvSpPr>
        <p:spPr>
          <a:xfrm>
            <a:off x="7942163" y="1632942"/>
            <a:ext cx="359430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Logtest Verification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42163" y="1942505"/>
            <a:ext cx="359430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JSON simulating Event ID 4625 successfully triggered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100006 (Level 3)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decoding phase.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42163" y="267424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942163" y="2879923"/>
            <a:ext cx="3594308" cy="19050"/>
          </a:xfrm>
          <a:prstGeom prst="rect">
            <a:avLst/>
          </a:prstGeom>
          <a:solidFill>
            <a:srgbClr val="62C9FF"/>
          </a:solidFill>
          <a:ln/>
        </p:spPr>
      </p:sp>
      <p:sp>
        <p:nvSpPr>
          <p:cNvPr id="10" name="Text 7"/>
          <p:cNvSpPr/>
          <p:nvPr/>
        </p:nvSpPr>
        <p:spPr>
          <a:xfrm>
            <a:off x="7942163" y="2984103"/>
            <a:ext cx="359430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Correlation Trigger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42163" y="3293666"/>
            <a:ext cx="359430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logs fulfilled frequency threshold, triggering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 100005 (Level 12)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MITRE T1110.001 mapping.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42163" y="384542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42163" y="4051102"/>
            <a:ext cx="3594308" cy="19050"/>
          </a:xfrm>
          <a:prstGeom prst="rect">
            <a:avLst/>
          </a:prstGeom>
          <a:solidFill>
            <a:srgbClr val="62C9FF"/>
          </a:solidFill>
          <a:ln/>
        </p:spPr>
      </p:sp>
      <p:sp>
        <p:nvSpPr>
          <p:cNvPr id="14" name="Text 11"/>
          <p:cNvSpPr/>
          <p:nvPr/>
        </p:nvSpPr>
        <p:spPr>
          <a:xfrm>
            <a:off x="7942163" y="4155281"/>
            <a:ext cx="359430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Alert Stream Confirmed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42163" y="4464844"/>
            <a:ext cx="3594308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jq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against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alerts.json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confirmed continuous Rule 100005 alert generation.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42163" y="502294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42163" y="5228630"/>
            <a:ext cx="3594308" cy="19050"/>
          </a:xfrm>
          <a:prstGeom prst="rect">
            <a:avLst/>
          </a:prstGeom>
          <a:solidFill>
            <a:srgbClr val="62C9FF"/>
          </a:solidFill>
          <a:ln/>
        </p:spPr>
      </p:sp>
      <p:sp>
        <p:nvSpPr>
          <p:cNvPr id="18" name="Text 15"/>
          <p:cNvSpPr/>
          <p:nvPr/>
        </p:nvSpPr>
        <p:spPr>
          <a:xfrm>
            <a:off x="7942163" y="5332809"/>
            <a:ext cx="359430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Threat Hunting Dashboard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942163" y="5642372"/>
            <a:ext cx="3594308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Querying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rule.id: 100005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revealed a dense cluster of hits matching the Hydra execution timeframe.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666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Nmap Detection Validation &amp; Key Takeaways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1303933"/>
            <a:ext cx="4866161" cy="3802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2163" y="2146895"/>
            <a:ext cx="359430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 Results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942163" y="2456458"/>
            <a:ext cx="3594308" cy="918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wazuh-manager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restarted to load updated XML rules.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wazuh-logtest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confirmed correct parsing of Event ID 5156 with Source Address and Destination Port metadata.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jq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filter on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alerts.json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revealed continuous Rule 100010 alerts.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942163" y="3479602"/>
            <a:ext cx="3594308" cy="772716"/>
          </a:xfrm>
          <a:prstGeom prst="roundRect">
            <a:avLst>
              <a:gd name="adj" fmla="val 7192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418" y="3622774"/>
            <a:ext cx="165294" cy="1322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1968" y="3595985"/>
            <a:ext cx="303224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115 distinct hits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generated within a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2.46-second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scan window — confirming critical-severity reconnaissance detection.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61475" y="5315248"/>
            <a:ext cx="3561170" cy="916087"/>
          </a:xfrm>
          <a:prstGeom prst="roundRect">
            <a:avLst>
              <a:gd name="adj" fmla="val 6066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0080" y="5453856"/>
            <a:ext cx="3283959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Architecture Validated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00080" y="5732760"/>
            <a:ext cx="32839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3-node lab (Kali, Windows, Wazuh) successfully simulated real-world attack/defense.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315213" y="5315248"/>
            <a:ext cx="3561170" cy="916087"/>
          </a:xfrm>
          <a:prstGeom prst="roundRect">
            <a:avLst>
              <a:gd name="adj" fmla="val 6066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53818" y="5453856"/>
            <a:ext cx="3283959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Rules Operational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53818" y="5732760"/>
            <a:ext cx="32839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XML rules (100005, 100010) detected both attack types at Level 12 severity.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68951" y="5315248"/>
            <a:ext cx="3561170" cy="916087"/>
          </a:xfrm>
          <a:prstGeom prst="roundRect">
            <a:avLst>
              <a:gd name="adj" fmla="val 6066"/>
            </a:avLst>
          </a:prstGeom>
          <a:solidFill>
            <a:srgbClr val="CCEDFF"/>
          </a:solidFill>
          <a:ln w="6350">
            <a:solidFill>
              <a:srgbClr val="B2D3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07557" y="5453856"/>
            <a:ext cx="3283959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MITRE Mapped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8107557" y="5732760"/>
            <a:ext cx="328395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T1110.001 (Brute-Force) and T1046 (Reconnaissance) properly enriched alert metadata.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2026-08-23T15:57:14Z</dcterms:created>
  <dcterms:modified xsi:type="dcterms:W3CDTF">2026-08-23T15:57:14Z</dcterms:modified>
</cp:coreProperties>
</file>